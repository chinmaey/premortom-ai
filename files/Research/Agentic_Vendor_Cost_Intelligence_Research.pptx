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5" r:id="rId7"/>
    <p:sldId id="260" r:id="rId8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Vendor Cost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Research, Gap Analysis, Problem Statement and Proposed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Procurement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t>Zycus, Coupa, and Ivalua provide:</a:t>
            </a:r>
          </a:p>
          <a:p>
            <a:r>
              <a:t>Supplier Management</a:t>
            </a:r>
          </a:p>
          <a:p>
            <a:r>
              <a:t>Strategic Sourcing</a:t>
            </a:r>
          </a:p>
          <a:p>
            <a:r>
              <a:t>Contract Management</a:t>
            </a:r>
          </a:p>
          <a:p>
            <a:r>
              <a:t>Spend Analytics</a:t>
            </a:r>
          </a:p>
          <a:p>
            <a:r>
              <a:t>Procure-to-Pay</a:t>
            </a:r>
          </a:p>
          <a:p>
            <a:r>
              <a:t>AP Automation</a:t>
            </a:r>
          </a:p>
          <a:p>
            <a:r>
              <a:t>Compliance &amp; Governance</a:t>
            </a:r>
          </a:p>
          <a:p>
            <a:r>
              <a:t>AI Capabilities</a:t>
            </a:r>
          </a:p>
          <a:p>
            <a:r>
              <a:t>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solutions focus on automating procurement workflows, supplier management, sourcing, invoicing, compliance, and spend visibility using AI-assisted analytics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Businesses</a:t>
            </a:r>
          </a:p>
          <a:p>
            <a:r>
              <a:t>Government / Restricted Domains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Procurement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00050">
                <a:tc>
                  <a:txBody>
                    <a:bodyPr/>
                    <a:lstStyle/>
                    <a:p>
                      <a: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Impact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Human Approval Bottlenecks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Increased cycle time and operational cost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Compliance, Reliability &amp; 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risk and reduced trust in AI decisions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Procurement Knowledge Fragmentation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Loss of institutional knowledge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Contract &amp; Data Silos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 and incomplete decision making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Reactive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Missed savings and risk mitigation opportunities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Vendor Cost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overspending through rate drift and invoice mismatches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t>Small Business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solutions are costly and process-heavy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 Cost Leakage</a:t>
            </a:r>
          </a:p>
          <a:p>
            <a:r>
              <a:t>Supplier Value-to-Cost Benchmarking</a:t>
            </a:r>
          </a:p>
          <a:p>
            <a:r>
              <a:t>Negotiation Opportunity Prediction</a:t>
            </a:r>
          </a:p>
          <a:p>
            <a:r>
              <a:t>Contract Drift Detection</a:t>
            </a:r>
          </a:p>
          <a:p>
            <a:r>
              <a:t>Knowledge Retention</a:t>
            </a:r>
          </a:p>
          <a:p>
            <a:r>
              <a:t>Flexible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procurement platforms automate sourcing, supplier management, invoicing, and compliance. However, they provide limited proactive intelligence for detecting contract drift, vendor rate anomalies, invoice-contract mismatches, and renegotiation opportunities, leading to avoidable procurement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Vendor Cost Intelligence Platform</a:t>
            </a:r>
          </a:p>
          <a:p/>
          <a:p>
            <a:r>
              <a:t>Continuously analyzes contracts, invoices, vendor performance, and historical negotiations to identify cost leakage, explain anomalies, and recommend actionable savings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procurement cost leakage</a:t>
            </a:r>
          </a:p>
          <a:p>
            <a:r>
              <a:t>Improved contract compliance</a:t>
            </a:r>
          </a:p>
          <a:p>
            <a:r>
              <a:t>Early identification of rate anomalies</a:t>
            </a:r>
          </a:p>
          <a:p>
            <a:r>
              <a:t>Better negotiation outcomes</a:t>
            </a:r>
          </a:p>
          <a:p>
            <a:r>
              <a:t>Preservation of procurement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2014</Words>
  <Application>WPS Presentation</Application>
  <PresentationFormat>On-screen Show (4:3)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OpenSymbol</vt:lpstr>
      <vt:lpstr>Office Theme</vt:lpstr>
      <vt:lpstr>Agentic Vendor Cost Intelligence</vt:lpstr>
      <vt:lpstr>Existing Procurement Solutions</vt:lpstr>
      <vt:lpstr>Industry Summary</vt:lpstr>
      <vt:lpstr>Target Domains</vt:lpstr>
      <vt:lpstr>Key Procurement Challenges</vt:lpstr>
      <vt:lpstr>Potential Gaps (1/2)</vt:lpstr>
      <vt:lpstr>Problem Statement</vt:lpstr>
      <vt:lpstr>Proposed Solution</vt:lpstr>
      <vt:lpstr>Expected Benefits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chinmaey</cp:lastModifiedBy>
  <cp:revision>7</cp:revision>
  <dcterms:created xsi:type="dcterms:W3CDTF">2026-06-18T09:03:32Z</dcterms:created>
  <dcterms:modified xsi:type="dcterms:W3CDTF">2026-06-18T09:03:32Z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