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Agentic Vendor Cost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Research, Gap Analysis, Challenges and Proposed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Procurement Challenges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8046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00050">
                <a:tc>
                  <a:txBody>
                    <a:bodyPr/>
                    <a:lstStyle/>
                    <a:p>
                      <a:r>
                        <a:t>Challenge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Business Impact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t>Human Approval Bottlenecks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Increased cycle time and operational cost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t>Compliance, Reliability &amp; Observability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Audit risk and reduced trust in AI decisions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t>Procurement Knowledge Fragmentation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Loss of institutional knowledge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t>Contract &amp; Data Silos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Slow and incomplete decision making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t>Reactive 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Missed savings and risk mitigation opportunities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t>Vendor Cost Leakage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Hidden overspending through rate drift and invoice mismatches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t>Small Business Flexibility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Enterprise solutions are costly and process-heavy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Existing procurement platforms automate sourcing, supplier management, invoicing, and compliance. However, they provide limited proactive intelligence for contract drift, vendor rate anomalies, invoice-contract mismatches, and renegotiation opportunities.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Agentic Vendor Cost Intelligence Platform</a:t>
            </a:r>
          </a:p>
          <a:p/>
          <a:p>
            <a:r>
              <a:t>Continuously analyzes contracts, invoices, vendor performance, and historical negotiations to identify cost leakage, explain anomalies, and recommend actionable savings opportunities.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